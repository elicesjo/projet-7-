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4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011680"/>
            <a:ext cx="10058400" cy="1645920"/>
          </a:xfrm>
        </p:spPr>
        <p:txBody>
          <a:bodyPr/>
          <a:lstStyle/>
          <a:p>
            <a:pPr algn="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40480"/>
            <a:ext cx="8229600" cy="548640"/>
          </a:xfrm>
        </p:spPr>
        <p:txBody>
          <a:bodyPr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30000" cy="685800"/>
          </a:xfrm>
        </p:spPr>
        <p:txBody>
          <a:bodyPr/>
          <a:lstStyle/>
          <a:p>
            <a:pPr algn="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960120"/>
            <a:ext cx="11430000" cy="5577840"/>
          </a:xfrm>
        </p:spPr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0ADA8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